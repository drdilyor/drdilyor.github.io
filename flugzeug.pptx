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0080625" cy="567055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ctr"/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fld id="{4F1B7085-80DF-4058-947F-A961B65F1572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Ausflug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2129760" y="1313280"/>
            <a:ext cx="5871240" cy="7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3200" spc="-1" strike="noStrike">
                <a:solidFill>
                  <a:srgbClr val="999999"/>
                </a:solidFill>
                <a:latin typeface="Arial"/>
              </a:rPr>
              <a:t> </a:t>
            </a:r>
            <a:r>
              <a:rPr b="0" lang="en-US" sz="3200" spc="-1" strike="noStrike">
                <a:solidFill>
                  <a:srgbClr val="999999"/>
                </a:solidFill>
                <a:latin typeface="Arial"/>
              </a:rPr>
              <a:t>Ausflug nach Khiva</a:t>
            </a:r>
            <a:endParaRPr b="0" lang="en-US" sz="3200" spc="-1" strike="noStrike">
              <a:solidFill>
                <a:srgbClr val="999999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Khiva, die Stadt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457200" y="1326600"/>
            <a:ext cx="50292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rmAutofit fontScale="71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Sehr alt (25 000)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Liegt in Khorezm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Khorezm’s Haupstadt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ist </a:t>
            </a:r>
            <a:r>
              <a:rPr b="0" lang="en-US" sz="3200" spc="-1" strike="sngStrike">
                <a:latin typeface="Arial"/>
              </a:rPr>
              <a:t>Khiva</a:t>
            </a:r>
            <a:r>
              <a:rPr b="0" lang="en-US" sz="3200" spc="-1" strike="noStrike">
                <a:latin typeface="Arial"/>
              </a:rPr>
              <a:t> Urgench!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Sehr popula’r Touristenzeil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45" name="" descr=""/>
          <p:cNvPicPr/>
          <p:nvPr/>
        </p:nvPicPr>
        <p:blipFill>
          <a:blip r:embed="rId1"/>
          <a:stretch/>
        </p:blipFill>
        <p:spPr>
          <a:xfrm>
            <a:off x="5334120" y="1575000"/>
            <a:ext cx="4495680" cy="2997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" descr=""/>
          <p:cNvPicPr/>
          <p:nvPr/>
        </p:nvPicPr>
        <p:blipFill>
          <a:blip r:embed="rId1"/>
          <a:stretch/>
        </p:blipFill>
        <p:spPr>
          <a:xfrm>
            <a:off x="5486400" y="1143000"/>
            <a:ext cx="4572000" cy="3044160"/>
          </a:xfrm>
          <a:prstGeom prst="rect">
            <a:avLst/>
          </a:prstGeom>
          <a:ln w="0">
            <a:noFill/>
          </a:ln>
        </p:spPr>
      </p:pic>
      <p:sp>
        <p:nvSpPr>
          <p:cNvPr id="47" name=""/>
          <p:cNvSpPr/>
          <p:nvPr/>
        </p:nvSpPr>
        <p:spPr>
          <a:xfrm>
            <a:off x="5943600" y="4572000"/>
            <a:ext cx="3429000" cy="685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r>
              <a:rPr b="0" lang="en-US" sz="1800" spc="-1" strike="noStrike">
                <a:latin typeface="Arial"/>
              </a:rPr>
              <a:t>Itschan-kala Wand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48" name="" descr=""/>
          <p:cNvPicPr/>
          <p:nvPr/>
        </p:nvPicPr>
        <p:blipFill>
          <a:blip r:embed="rId2"/>
          <a:stretch/>
        </p:blipFill>
        <p:spPr>
          <a:xfrm>
            <a:off x="0" y="1371600"/>
            <a:ext cx="5486400" cy="2743200"/>
          </a:xfrm>
          <a:prstGeom prst="rect">
            <a:avLst/>
          </a:prstGeom>
          <a:ln w="0">
            <a:noFill/>
          </a:ln>
        </p:spPr>
      </p:pic>
      <p:sp>
        <p:nvSpPr>
          <p:cNvPr id="49" name=""/>
          <p:cNvSpPr/>
          <p:nvPr/>
        </p:nvSpPr>
        <p:spPr>
          <a:xfrm>
            <a:off x="1143000" y="4343400"/>
            <a:ext cx="2514600" cy="685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r>
              <a:rPr b="0" lang="en-US" sz="1800" spc="-1" strike="noStrike">
                <a:latin typeface="Arial"/>
              </a:rPr>
              <a:t>Itschan-kala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4572360" y="226440"/>
            <a:ext cx="5003640" cy="91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Die Besichtigung</a:t>
            </a:r>
            <a:endParaRPr b="0" lang="en-US" sz="4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"/>
          <p:cNvSpPr txBox="1"/>
          <p:nvPr/>
        </p:nvSpPr>
        <p:spPr>
          <a:xfrm>
            <a:off x="4572000" y="226080"/>
            <a:ext cx="5003640" cy="91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Die Besichtigung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3886200" y="4800600"/>
            <a:ext cx="3429000" cy="685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r>
              <a:rPr b="0" lang="en-US" sz="1800" spc="-1" strike="noStrike">
                <a:latin typeface="Arial"/>
              </a:rPr>
              <a:t>Kalta Minor Minaret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53" name="" descr=""/>
          <p:cNvPicPr/>
          <p:nvPr/>
        </p:nvPicPr>
        <p:blipFill>
          <a:blip r:embed="rId1"/>
          <a:stretch/>
        </p:blipFill>
        <p:spPr>
          <a:xfrm>
            <a:off x="228600" y="226080"/>
            <a:ext cx="3591360" cy="5260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"/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Kostet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504000" y="2514600"/>
            <a:ext cx="9071640" cy="210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Mit dem Flugzeug - </a:t>
            </a:r>
            <a:r>
              <a:rPr b="0" lang="en-US" sz="3200" spc="-1" strike="noStrike">
                <a:solidFill>
                  <a:srgbClr val="77bc65"/>
                </a:solidFill>
                <a:latin typeface="Arial"/>
              </a:rPr>
              <a:t>$54-$135</a:t>
            </a:r>
            <a:r>
              <a:rPr b="0" lang="en-US" sz="3200" spc="-1" strike="noStrike">
                <a:latin typeface="Arial"/>
              </a:rPr>
              <a:t>, 12 Stunde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Mit dem Zug - </a:t>
            </a:r>
            <a:r>
              <a:rPr b="0" lang="en-US" sz="3200" spc="-1" strike="noStrike">
                <a:solidFill>
                  <a:srgbClr val="77bc65"/>
                </a:solidFill>
                <a:latin typeface="Arial"/>
              </a:rPr>
              <a:t>$16-$30</a:t>
            </a:r>
            <a:r>
              <a:rPr b="0" lang="en-US" sz="3200" spc="-1" strike="noStrike">
                <a:latin typeface="Arial"/>
              </a:rPr>
              <a:t>, 22 Stunde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Mit dem Taxi - </a:t>
            </a:r>
            <a:r>
              <a:rPr b="0" lang="en-US" sz="3200" spc="-1" strike="noStrike">
                <a:solidFill>
                  <a:srgbClr val="77bc65"/>
                </a:solidFill>
                <a:latin typeface="Arial"/>
              </a:rPr>
              <a:t>$130-$160</a:t>
            </a:r>
            <a:r>
              <a:rPr b="0" lang="en-US" sz="3200" spc="-1" strike="noStrike">
                <a:latin typeface="Arial"/>
              </a:rPr>
              <a:t>, 17 Stunde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3657600" y="1371600"/>
            <a:ext cx="27432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r>
              <a:rPr b="0" lang="en-US" sz="1800" spc="-1" strike="noStrike">
                <a:latin typeface="Arial"/>
              </a:rPr>
              <a:t>~1300 KM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/>
          <p:cNvSpPr txBox="1"/>
          <p:nvPr/>
        </p:nvSpPr>
        <p:spPr>
          <a:xfrm>
            <a:off x="457200" y="25146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Fragen?</a:t>
            </a:r>
            <a:endParaRPr b="0" lang="en-US" sz="4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LibreOffice/7.1.2.2$Linux_X86_64 LibreOffice_project/10$Build-2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2021-07-12T12:05:16Z</dcterms:created>
  <dc:creator/>
  <dc:description/>
  <dc:language>en-US</dc:language>
  <cp:lastModifiedBy/>
  <dcterms:modified xsi:type="dcterms:W3CDTF">2021-07-12T12:41:13Z</dcterms:modified>
  <cp:revision>2</cp:revision>
  <dc:subject/>
  <dc:title/>
</cp:coreProperties>
</file>